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8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9757-3803-DDF7-70CE-DA2E9823F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A7725-6747-2451-41EF-D5D86C7EB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7311-C98F-7B2F-2578-D064ECBFC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5F915-1299-4474-B1E0-7D28DD28F9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68FEC-3E39-8AB8-51B1-A73E1089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E951F-6E76-3D59-E2F2-19E47993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71EC-774F-46C3-8EA0-4040A524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9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4340-05AA-5F57-C93F-18AD4BCEE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AD72C-84D3-2C31-DD32-36C9786D9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FEBCC-AF6A-B9AC-BAC9-A82DAFC2F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5F915-1299-4474-B1E0-7D28DD28F9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7A478-6C16-4DA4-776F-DA9BA88FA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F258A-5667-82B9-51A3-F9C3C0903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71EC-774F-46C3-8EA0-4040A524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27E34-0FD4-C747-A6BF-F1AD2AE3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0A056-788A-DD43-BCF9-E54430136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10257-6E52-5813-B027-10E45B5A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5F915-1299-4474-B1E0-7D28DD28F9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26664-0729-6850-732E-2A0B2D558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B0B18-A940-CAB3-7440-E16B0A7F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71EC-774F-46C3-8EA0-4040A524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3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3F13-4E83-8E42-DDE3-B7054509D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E636B-11B2-C01A-CA06-55988C462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47F44-C557-566C-D5D9-D746559EE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AFCBB-CDB6-4379-3839-A2DA93BDD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5F915-1299-4474-B1E0-7D28DD28F9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B260E-CEB4-1AC9-0069-269CC5B9F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69CD5-FD53-83EF-26D8-706D4162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71EC-774F-46C3-8EA0-4040A524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41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16538-85D0-195F-F755-93376BDBC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52AAC-A609-F3BB-D821-F15644347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D33B8-5063-B5E0-C301-738DBA171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D958EA-CAC2-670E-CE18-069693439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4E627-9585-3DE0-ADA9-624271608F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ECADA8-EBB3-171C-A1A9-83E3B4758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5F915-1299-4474-B1E0-7D28DD28F9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453C8A-5143-22C7-744F-2E94AB2B6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434D14-9A2B-CAC8-20CE-1312F742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71EC-774F-46C3-8EA0-4040A524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57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F5260-5F50-1E72-2990-5F93C756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262E12-CC0F-5501-2487-A543BAB4C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5F915-1299-4474-B1E0-7D28DD28F9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080F24-C5C4-FD27-FCA9-97A9A4BB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7C610-A433-7F83-CC69-44674CAE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71EC-774F-46C3-8EA0-4040A524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27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57AC52-2931-7949-40CF-8DF4ACE78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5F915-1299-4474-B1E0-7D28DD28F9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DFB81-8959-7BEA-1E0F-99F6C448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D2E28-DF28-1DA1-BEEC-E83320456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71EC-774F-46C3-8EA0-4040A524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66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2AA5-E97E-61FA-1689-6B18B726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694A9-2159-A6F4-317E-0FBF32C80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5F95E-BB1F-5ABE-AD3D-3CD7BA0C9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623BB-F0CA-28B3-B13F-510BBC3EB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5F915-1299-4474-B1E0-7D28DD28F9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AC7C8-9C9E-00E3-F05F-F8238C5B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90DB6-D96C-A7BC-24FB-E4D23D9E2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71EC-774F-46C3-8EA0-4040A524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2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5C90F-2234-A1F4-C08B-626BC1409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D6122C-50BB-04B4-632C-0BB8E02DB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55A23-3A09-6608-9431-6F6F94A31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7DB35-139D-C295-482D-48C73686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5F915-1299-4474-B1E0-7D28DD28F9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2655C-DFC7-527F-CEFC-D375FE2EB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7F926-55AC-ED27-BB77-38049E754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71EC-774F-46C3-8EA0-4040A524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9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CF8B7-5A89-7C32-52FC-0BB7A3721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7016E-D888-6273-2495-7C5636647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DCD6D-C1EE-505F-358A-6D335DE6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5F915-1299-4474-B1E0-7D28DD28F9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97531-F3F2-782B-4706-7571BD06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C1B97-4844-8251-A71E-DB8453861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71EC-774F-46C3-8EA0-4040A524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9E79B-F49D-88C4-6433-F1E465C800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DD21F-2511-9842-505B-F54C8E73D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F827D-8B42-D7A2-B8C3-83E7B858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5F915-1299-4474-B1E0-7D28DD28F9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3B471-E609-B792-AB01-21F96EFC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3281C-2A0B-1BED-8B01-20273CAE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71EC-774F-46C3-8EA0-4040A524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21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CFDAC3-4621-5EAA-1783-327FF453E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8BA2B-74ED-9CBC-FE24-C5B74699B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F92CD-3359-3597-8686-855895C8F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35F915-1299-4474-B1E0-7D28DD28F9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442E7-9F01-FCF2-48C2-29B032EC9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510A3-6634-2300-B35D-6F8CB1C3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1E71EC-774F-46C3-8EA0-4040A524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50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C787F-0253-7512-A376-F5EDE97A9F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Nothing to see here!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34AEE-ABFA-BE53-3C49-5291EA9183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81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Nothing to see here!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Herber,Daniel</dc:creator>
  <cp:lastModifiedBy>Herber,Daniel</cp:lastModifiedBy>
  <cp:revision>1</cp:revision>
  <dcterms:created xsi:type="dcterms:W3CDTF">2026-01-31T19:04:15Z</dcterms:created>
  <dcterms:modified xsi:type="dcterms:W3CDTF">2026-01-31T19:04:36Z</dcterms:modified>
</cp:coreProperties>
</file>